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0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9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F74B7-62AA-76D5-82ED-815CC0287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139E6-51E5-E561-16F5-52D531739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9607C-F440-475A-615F-F4636AA51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220B5-67E3-4FA4-8CBA-BB3876273DA2}" type="datetimeFigureOut">
              <a:rPr lang="LID4096" smtClean="0"/>
              <a:t>09/23/2025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CFE86-C78B-1BF3-AB27-0E11F1FCA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D6D4C-4846-3593-FDB4-8EFD5EF4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B509B-0BB8-4968-89D2-2D2E060296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4738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7F3A-E931-1CAF-26CD-AA57C7D73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4F124-051D-A30F-F280-F8BBF706D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99BAA-D07A-6318-0650-CA3C77BF0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220B5-67E3-4FA4-8CBA-BB3876273DA2}" type="datetimeFigureOut">
              <a:rPr lang="LID4096" smtClean="0"/>
              <a:t>09/23/2025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5B336-68FD-AF2A-CC97-3BE288035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972A0-CCEF-ED3C-057C-264A6CDF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B509B-0BB8-4968-89D2-2D2E060296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328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EABDF-4070-EAF9-62CF-90B5CE49F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7C10E-0DEC-75AA-2651-173532524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9755B-84DD-FD1F-21CC-D74B22BAC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220B5-67E3-4FA4-8CBA-BB3876273DA2}" type="datetimeFigureOut">
              <a:rPr lang="LID4096" smtClean="0"/>
              <a:t>09/23/2025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F1647-C285-F87A-99FA-10D35D143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15858-4289-1695-7F67-A0CF20E66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B509B-0BB8-4968-89D2-2D2E060296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026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2A729-B5AB-E787-1C0C-9FE8A484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B7730-1C24-81EE-7AA2-650F03A08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B74BC-BA08-0D14-793F-443CC779F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A5A26-469C-5729-F614-3E2EC004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220B5-67E3-4FA4-8CBA-BB3876273DA2}" type="datetimeFigureOut">
              <a:rPr lang="LID4096" smtClean="0"/>
              <a:t>09/23/2025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5C230-1A11-3942-B4B1-8E111380F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B9FED-3872-6CEF-7423-CEF1BCF4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B509B-0BB8-4968-89D2-2D2E060296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0483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49D7-5456-684A-C87D-9C3D97F62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E7EF2-A251-9424-9059-7E0C2BB99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71CE7-D1EB-9CD9-5D59-CD1307CFB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4C9F11-712F-3CC6-974C-95CC03D02C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948536-F2B3-44AF-4DB7-DC07723121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F7814-F373-9A0C-DFF8-92BD128BA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220B5-67E3-4FA4-8CBA-BB3876273DA2}" type="datetimeFigureOut">
              <a:rPr lang="LID4096" smtClean="0"/>
              <a:t>09/23/2025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2DD0F-AC02-A857-FFCB-A03CDC68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A55A8F-FC7E-D006-39CA-DA2C4CE6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B509B-0BB8-4968-89D2-2D2E060296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871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A2740-29CD-7192-9462-EDB816A85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AB5E2-37A2-1A5D-2801-AC3B4905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220B5-67E3-4FA4-8CBA-BB3876273DA2}" type="datetimeFigureOut">
              <a:rPr lang="LID4096" smtClean="0"/>
              <a:t>09/23/2025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527BD-4560-8BB9-6332-76A7590C1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17E64-7126-34CA-9A6C-2EECFF729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B509B-0BB8-4968-89D2-2D2E060296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5199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FFFC2-D477-0692-0FCA-58925DC3D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220B5-67E3-4FA4-8CBA-BB3876273DA2}" type="datetimeFigureOut">
              <a:rPr lang="LID4096" smtClean="0"/>
              <a:t>09/23/2025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FA16D-989C-BB9D-F169-0C9D38199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F3113-A0F5-CC70-E4C3-B3379340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B509B-0BB8-4968-89D2-2D2E060296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782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7DC5E-98AB-C92E-6CF2-60DBF86A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C6833-7A8B-7896-983D-B5225A19C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47D6A-D1A5-BB7E-70D0-6DE2FEE81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36D26-0B1C-B4DA-C89D-376F5EE55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220B5-67E3-4FA4-8CBA-BB3876273DA2}" type="datetimeFigureOut">
              <a:rPr lang="LID4096" smtClean="0"/>
              <a:t>09/23/2025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182EB-2C28-F7A4-9B64-3A721E0B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01FB8-3C50-C679-B200-969E296D6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B509B-0BB8-4968-89D2-2D2E060296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7755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AD21-3A61-C58F-80FB-A8F410CE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F45F21-3C77-3D8C-AC66-C3171C9AA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02A5B-8F9A-B695-83E6-CF8A9624C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B1396-45D5-408F-8B78-21C44045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220B5-67E3-4FA4-8CBA-BB3876273DA2}" type="datetimeFigureOut">
              <a:rPr lang="LID4096" smtClean="0"/>
              <a:t>09/23/2025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C51C4-B501-9096-67E2-83C4ACB9B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16026-9CD8-0E6C-0D88-D45E83AF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B509B-0BB8-4968-89D2-2D2E060296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3597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F591-98DD-899E-8619-D7D42F36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89ABB-57B3-EC01-F8D9-7E60A8225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4DF2F-00F0-724B-DAC5-5C3BD179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220B5-67E3-4FA4-8CBA-BB3876273DA2}" type="datetimeFigureOut">
              <a:rPr lang="LID4096" smtClean="0"/>
              <a:t>09/23/2025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0750A-B930-0CCA-A9BE-189FA18B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6DE58-2853-FBC7-9485-AC4E7179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B509B-0BB8-4968-89D2-2D2E060296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5880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E6E7DE-78A4-093D-10A0-32ADAC4A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E860D-468F-F4E6-6E21-D3A6B49EB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1518B-6E95-3D71-12B2-8CD221DD3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220B5-67E3-4FA4-8CBA-BB3876273DA2}" type="datetimeFigureOut">
              <a:rPr lang="LID4096" smtClean="0"/>
              <a:t>09/23/2025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3EA42-2539-F942-CB2D-9F5C2F7B5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E811B-3EAF-6829-3907-323CB1C9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B509B-0BB8-4968-89D2-2D2E060296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473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89342E-2E35-5847-B1DD-232004E57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DC319-DBFB-8CDD-3FF8-A8B2FD97B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1F2AC-E581-482D-132A-9F84EC9D8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4220B5-67E3-4FA4-8CBA-BB3876273DA2}" type="datetimeFigureOut">
              <a:rPr lang="LID4096" smtClean="0"/>
              <a:t>09/23/2025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C97C6-A5F5-BBAF-0230-2D1DCD3C3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CCCDA-9A18-2FF7-2F4C-D297459E2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B509B-0BB8-4968-89D2-2D2E060296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5563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E52A98-AEBB-FC49-8CE7-54D824785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637" y="813736"/>
            <a:ext cx="4503595" cy="48434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13EDD5-2735-10C3-3EC2-AAB13A383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271" y="696244"/>
            <a:ext cx="5054729" cy="500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76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947801-971D-07FB-E324-8C367165D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696" y="1911096"/>
            <a:ext cx="9436608" cy="303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0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00D458-6021-F80E-B273-7F062CBE6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484" y="1412748"/>
            <a:ext cx="8257032" cy="403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94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AF827-BC83-910B-F54D-FBE1CC9E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682439-72F8-2045-964E-7103947E0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87" y="2246437"/>
            <a:ext cx="6030775" cy="224978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5B2F37-BFFB-35AD-1E2D-3FBA852EC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762" y="2285940"/>
            <a:ext cx="5552978" cy="217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9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4426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Hennen</dc:creator>
  <cp:lastModifiedBy>Tyler Hennen</cp:lastModifiedBy>
  <cp:revision>4</cp:revision>
  <dcterms:created xsi:type="dcterms:W3CDTF">2025-09-02T08:30:21Z</dcterms:created>
  <dcterms:modified xsi:type="dcterms:W3CDTF">2025-09-23T13:42:54Z</dcterms:modified>
</cp:coreProperties>
</file>